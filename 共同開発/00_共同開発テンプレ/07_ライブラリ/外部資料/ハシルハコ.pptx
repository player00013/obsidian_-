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CA663-A2B2-6463-D018-01AFF7625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FEF2FC-047C-6CDC-EA4A-FB1A1F395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76ACD0-D189-58F0-520F-42A6C06A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A03A34-6BF3-3F6F-9C6C-2787AD9C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A230C1-7AF4-B51E-CA6D-EF65F234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72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AAB7A-6C28-2606-AB57-5D6C9F46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56E67-FE59-8895-1EF6-23DE5A33D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E665C8-D377-5A1F-142A-04A8A162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B93F3D-3F11-57F0-AB80-BB010D17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05966B-B673-640E-A3FE-48E428CC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58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0636B-A0BF-76D4-8FA2-935A9E90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454EAE-3C54-AD00-63E5-CF950FFC3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3D7BE-2DD1-7437-740F-3CFC83BC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C40B2D-0672-9762-7F81-43C2804E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BB218E-B378-DDA8-CB8A-971E83C2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67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2569DE-7C7B-B73D-545E-6F183300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1BE34B-A27A-8D78-2A89-7C720901A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2D4200-C8AE-6E5E-80C0-1BEE425ED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CA373F-2AE6-2EFE-B61C-322F7295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26F369-CB20-6776-842A-C04C2C67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4F2C9F-1A39-416C-187D-170CB17C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66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6B55D-1EAC-5C0A-70DF-EAC76C3A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DEB31B-323D-3EFF-C7FA-8105A649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FC4C63-0246-3ACC-325B-660CFA309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5D083F-6BEC-0C97-2F70-7BB4A80D5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60B49C-09C8-ADAF-B402-BE3C4340F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6BB543-8F6A-E9A9-E3A3-31ABF585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B2A12B-4B9B-519E-0D10-E2B3FCF2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3FE3D4-E4A9-603E-2FE4-89C67006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81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CB45F-8E55-4921-B510-2A540953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62ED9A-EBBC-BBD1-6F60-0EE9863F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8DB352-76D7-BB30-433E-B50BB7C7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4468A2-FBEF-7B3F-E0F1-DD70AB75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44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34EC69-E820-C9E0-A74D-D354EC72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D554A9-F0D5-72FC-DA95-CA8F2FB0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DE8E1A-D291-95C3-BF60-17EA945B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52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4A30AD-2937-C275-D1C7-AE27510F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34CB8F-9EB3-5C19-79FF-C614BD7F3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E5C19A-2F3E-612F-B5A0-963690BBD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5F3598-56E7-CD23-C126-AE9B0C45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2B7D3A-86A7-E6F6-870D-346415AB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A9672E-DF97-AE95-2BFA-7571383F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39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8FED9-93EF-3000-F8A6-0F4F0E1A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D252FF-1DB3-1F14-DDE3-F9A6F47E5D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D0D090-68C8-33D3-A672-33D51F3DF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E3A055-D2D8-0FDE-4162-5225CC2C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0C680A-C158-AD12-F649-7782A007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889203-7694-B7FE-3C06-4FEDA81D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91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B90DA-7365-5D10-B0B9-B92D4FE6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7E10D4-02DE-38D8-FD1D-04B212E4C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49A997-8525-0E0D-1641-6E3B797A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B5408B-A663-CABA-6891-464080BF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C6EB77-106A-4DA5-A378-A9244A48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73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B6FFF6-BA56-1BB3-A16B-0446F4F96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BFB989-A7C0-78E7-7BD6-A492DB00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A30D2-DD6B-FA75-0757-AC68D7F1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85A7A1-634E-FCCB-7AB9-01E13640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56C028-A873-1F05-9CB9-900F15C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62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73CE74-FA58-3803-6B45-5D99F0B3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0A11C0-C6AE-5A1E-353B-20E16D082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A9E26-E841-4E52-3794-E6D0AF37A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CEA847-BB67-A013-B499-6E2C484C3C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8C4788-B149-9A97-9224-A8EA5929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93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9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 player</dc:creator>
  <cp:lastModifiedBy>13 player</cp:lastModifiedBy>
  <cp:revision>1</cp:revision>
  <dcterms:created xsi:type="dcterms:W3CDTF">2026-10-13T13:33:28Z</dcterms:created>
  <dcterms:modified xsi:type="dcterms:W3CDTF">2026-10-13T13:33:55Z</dcterms:modified>
</cp:coreProperties>
</file>