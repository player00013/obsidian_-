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0" r:id="rId4"/>
    <p:sldId id="264" r:id="rId5"/>
    <p:sldId id="267" r:id="rId6"/>
    <p:sldId id="262" r:id="rId7"/>
    <p:sldId id="259" r:id="rId8"/>
    <p:sldId id="258" r:id="rId9"/>
    <p:sldId id="265" r:id="rId10"/>
    <p:sldId id="257" r:id="rId11"/>
    <p:sldId id="263" r:id="rId12"/>
    <p:sldId id="26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07E8E-384A-4F5F-8DCE-0D2F9D5FFE29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8EFD0-DF17-4699-8BA7-60BFD63B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04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720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43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CA663-A2B2-6463-D018-01AFF7625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FEF2FC-047C-6CDC-EA4A-FB1A1F395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76ACD0-D189-58F0-520F-42A6C06A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A03A34-6BF3-3F6F-9C6C-2787AD9C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A230C1-7AF4-B51E-CA6D-EF65F234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72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AAB7A-6C28-2606-AB57-5D6C9F46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56E67-FE59-8895-1EF6-23DE5A33D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E665C8-D377-5A1F-142A-04A8A162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B93F3D-3F11-57F0-AB80-BB010D17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05966B-B673-640E-A3FE-48E428CC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58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0636B-A0BF-76D4-8FA2-935A9E90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454EAE-3C54-AD00-63E5-CF950FFC3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3D7BE-2DD1-7437-740F-3CFC83BC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C40B2D-0672-9762-7F81-43C2804E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BB218E-B378-DDA8-CB8A-971E83C2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67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2569DE-7C7B-B73D-545E-6F183300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1BE34B-A27A-8D78-2A89-7C720901A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2D4200-C8AE-6E5E-80C0-1BEE425ED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CA373F-2AE6-2EFE-B61C-322F7295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26F369-CB20-6776-842A-C04C2C67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4F2C9F-1A39-416C-187D-170CB17C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66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6B55D-1EAC-5C0A-70DF-EAC76C3A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DEB31B-323D-3EFF-C7FA-8105A649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FC4C63-0246-3ACC-325B-660CFA309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5D083F-6BEC-0C97-2F70-7BB4A80D5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60B49C-09C8-ADAF-B402-BE3C4340F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6BB543-8F6A-E9A9-E3A3-31ABF585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B2A12B-4B9B-519E-0D10-E2B3FCF2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3FE3D4-E4A9-603E-2FE4-89C67006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81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CB45F-8E55-4921-B510-2A540953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62ED9A-EBBC-BBD1-6F60-0EE9863F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8DB352-76D7-BB30-433E-B50BB7C7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4468A2-FBEF-7B3F-E0F1-DD70AB75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44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34EC69-E820-C9E0-A74D-D354EC72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D554A9-F0D5-72FC-DA95-CA8F2FB0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DE8E1A-D291-95C3-BF60-17EA945B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52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4A30AD-2937-C275-D1C7-AE27510F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34CB8F-9EB3-5C19-79FF-C614BD7F3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E5C19A-2F3E-612F-B5A0-963690BBD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5F3598-56E7-CD23-C126-AE9B0C45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2B7D3A-86A7-E6F6-870D-346415AB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A9672E-DF97-AE95-2BFA-7571383F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39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8FED9-93EF-3000-F8A6-0F4F0E1A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D252FF-1DB3-1F14-DDE3-F9A6F47E5D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D0D090-68C8-33D3-A672-33D51F3DF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E3A055-D2D8-0FDE-4162-5225CC2C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0C680A-C158-AD12-F649-7782A007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889203-7694-B7FE-3C06-4FEDA81D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91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B90DA-7365-5D10-B0B9-B92D4FE6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7E10D4-02DE-38D8-FD1D-04B212E4C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49A997-8525-0E0D-1641-6E3B797A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B5408B-A663-CABA-6891-464080BF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C6EB77-106A-4DA5-A378-A9244A48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73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B6FFF6-BA56-1BB3-A16B-0446F4F96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BFB989-A7C0-78E7-7BD6-A492DB00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A30D2-DD6B-FA75-0757-AC68D7F1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85A7A1-634E-FCCB-7AB9-01E13640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56C028-A873-1F05-9CB9-900F15C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62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73CE74-FA58-3803-6B45-5D99F0B3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0A11C0-C6AE-5A1E-353B-20E16D082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A9E26-E841-4E52-3794-E6D0AF37A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E3442-1CCD-464F-BC27-95AD45465B48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CEA847-BB67-A013-B499-6E2C484C3C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8C4788-B149-9A97-9224-A8EA5929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93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F3B8DD-179C-49F3-950E-A86504498A7A}"/>
              </a:ext>
            </a:extLst>
          </p:cNvPr>
          <p:cNvSpPr txBox="1"/>
          <p:nvPr/>
        </p:nvSpPr>
        <p:spPr>
          <a:xfrm>
            <a:off x="2925901" y="2644170"/>
            <a:ext cx="63401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ハコノナカ</a:t>
            </a:r>
          </a:p>
        </p:txBody>
      </p:sp>
    </p:spTree>
    <p:extLst>
      <p:ext uri="{BB962C8B-B14F-4D97-AF65-F5344CB8AC3E}">
        <p14:creationId xmlns:p14="http://schemas.microsoft.com/office/powerpoint/2010/main" val="37619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AD54B-EFB5-F776-6EC4-22D7D772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A152CB-E898-4AD9-6F49-8855FFFFF898}"/>
              </a:ext>
            </a:extLst>
          </p:cNvPr>
          <p:cNvSpPr txBox="1"/>
          <p:nvPr/>
        </p:nvSpPr>
        <p:spPr>
          <a:xfrm>
            <a:off x="1079244" y="1905506"/>
            <a:ext cx="100335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</a:t>
            </a:r>
            <a:r>
              <a:rPr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を</a:t>
            </a: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開け続けて</a:t>
            </a:r>
            <a:br>
              <a:rPr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ナカミに辿り着け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5F33A9-4523-9174-2456-3EF1EBCA2168}"/>
              </a:ext>
            </a:extLst>
          </p:cNvPr>
          <p:cNvSpPr txBox="1"/>
          <p:nvPr/>
        </p:nvSpPr>
        <p:spPr>
          <a:xfrm>
            <a:off x="5439411" y="524574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概要</a:t>
            </a:r>
          </a:p>
        </p:txBody>
      </p:sp>
    </p:spTree>
    <p:extLst>
      <p:ext uri="{BB962C8B-B14F-4D97-AF65-F5344CB8AC3E}">
        <p14:creationId xmlns:p14="http://schemas.microsoft.com/office/powerpoint/2010/main" val="423480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16F26-1DAE-C4A7-9CF6-25257258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1F82B3-85A5-0B92-C463-E4FB6F11625E}"/>
              </a:ext>
            </a:extLst>
          </p:cNvPr>
          <p:cNvSpPr txBox="1"/>
          <p:nvPr/>
        </p:nvSpPr>
        <p:spPr>
          <a:xfrm>
            <a:off x="1079245" y="1905506"/>
            <a:ext cx="1003351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「お札」で</a:t>
            </a:r>
            <a:br>
              <a:rPr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フシギバコを</a:t>
            </a:r>
            <a:br>
              <a:rPr kumimoji="1"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安全に開けよう！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17887C-8093-FE73-D78B-3CDF546A0CD8}"/>
              </a:ext>
            </a:extLst>
          </p:cNvPr>
          <p:cNvSpPr txBox="1"/>
          <p:nvPr/>
        </p:nvSpPr>
        <p:spPr>
          <a:xfrm>
            <a:off x="4875154" y="52457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システム</a:t>
            </a:r>
          </a:p>
        </p:txBody>
      </p:sp>
    </p:spTree>
    <p:extLst>
      <p:ext uri="{BB962C8B-B14F-4D97-AF65-F5344CB8AC3E}">
        <p14:creationId xmlns:p14="http://schemas.microsoft.com/office/powerpoint/2010/main" val="317552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64D8E-D7B6-9716-736A-E00B1BFD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A279B0-9D47-4EEA-6F8D-38DE1E5914CE}"/>
              </a:ext>
            </a:extLst>
          </p:cNvPr>
          <p:cNvSpPr txBox="1"/>
          <p:nvPr/>
        </p:nvSpPr>
        <p:spPr>
          <a:xfrm>
            <a:off x="3182382" y="524574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届いた「フシギバコ」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0182F3-0FB2-8363-1457-F03412E14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919057" y="3610947"/>
            <a:ext cx="3553797" cy="2584580"/>
          </a:xfrm>
          <a:prstGeom prst="rect">
            <a:avLst/>
          </a:prstGeom>
          <a:ln>
            <a:noFill/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9089C62-B9E1-3EBD-2BCF-5483C5A693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4822363" y="1794588"/>
            <a:ext cx="3553797" cy="2584580"/>
          </a:xfrm>
          <a:prstGeom prst="rect">
            <a:avLst/>
          </a:prstGeom>
          <a:ln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C999496-888F-57F5-371B-A2BA5610864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8147171" y="3725519"/>
            <a:ext cx="3553797" cy="25845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05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F8338-D420-63FF-89DF-42AE4702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BAB76D3-F412-7877-AD9C-8C96FFEFC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134B7D76-12AA-EED5-958B-9B00D00DC10F}"/>
              </a:ext>
            </a:extLst>
          </p:cNvPr>
          <p:cNvGrpSpPr/>
          <p:nvPr/>
        </p:nvGrpSpPr>
        <p:grpSpPr>
          <a:xfrm rot="765235">
            <a:off x="2362398" y="2196217"/>
            <a:ext cx="981079" cy="981079"/>
            <a:chOff x="1975681" y="3937390"/>
            <a:chExt cx="1007961" cy="10079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DAA879D-BB78-4D68-8196-FA3938CA6545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16255064-E561-129B-E3BF-690140028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pic>
        <p:nvPicPr>
          <p:cNvPr id="63" name="図 62">
            <a:extLst>
              <a:ext uri="{FF2B5EF4-FFF2-40B4-BE49-F238E27FC236}">
                <a16:creationId xmlns:a16="http://schemas.microsoft.com/office/drawing/2014/main" id="{A0CF4F2C-9F26-01C8-F217-61C1D974DFB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140" y="2993485"/>
            <a:ext cx="3949953" cy="2962465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EBEA578C-97A7-50D7-FF9C-42012EA99F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4EE34E22-3D3C-B5DC-D5E9-C30E404259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DA43FF2A-37CE-52F2-6BBB-E9D1CD75EB00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42EB3D22-3892-419E-EFA4-76E097E33E75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05D25211-93D5-93FA-DE8B-9BB1D15EB8B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1" name="図 70">
                <a:extLst>
                  <a:ext uri="{FF2B5EF4-FFF2-40B4-BE49-F238E27FC236}">
                    <a16:creationId xmlns:a16="http://schemas.microsoft.com/office/drawing/2014/main" id="{F34F7654-5325-3B1A-1AE5-1BE11FEC91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5CAF4A51-EA51-08C4-244C-F1E8F059B652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8E80BF9F-9FB1-0FDC-DB6A-3449E10E5EA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6" name="図 75">
                <a:extLst>
                  <a:ext uri="{FF2B5EF4-FFF2-40B4-BE49-F238E27FC236}">
                    <a16:creationId xmlns:a16="http://schemas.microsoft.com/office/drawing/2014/main" id="{DCE0F388-F4F1-DD0F-33C7-1D4D2F156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0817E77F-EF35-B497-40A2-9073794798D1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E88A2B5F-6840-9C33-1BD4-50BF67BE025B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>
                <a:extLst>
                  <a:ext uri="{FF2B5EF4-FFF2-40B4-BE49-F238E27FC236}">
                    <a16:creationId xmlns:a16="http://schemas.microsoft.com/office/drawing/2014/main" id="{E9C8DBC1-4CFC-1E18-BDFC-C73385D8C1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81" name="図 80">
            <a:extLst>
              <a:ext uri="{FF2B5EF4-FFF2-40B4-BE49-F238E27FC236}">
                <a16:creationId xmlns:a16="http://schemas.microsoft.com/office/drawing/2014/main" id="{D69C6716-771F-7071-0BC7-DB02AB6CB2F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27025">
            <a:off x="4383778" y="2585292"/>
            <a:ext cx="2521775" cy="2521776"/>
          </a:xfrm>
          <a:prstGeom prst="rect">
            <a:avLst/>
          </a:prstGeom>
        </p:spPr>
      </p:pic>
      <p:pic>
        <p:nvPicPr>
          <p:cNvPr id="83" name="図 82">
            <a:extLst>
              <a:ext uri="{FF2B5EF4-FFF2-40B4-BE49-F238E27FC236}">
                <a16:creationId xmlns:a16="http://schemas.microsoft.com/office/drawing/2014/main" id="{C881D758-86AC-BBA3-DDEE-0F1C584D886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72975" flipV="1">
            <a:off x="4234689" y="3444731"/>
            <a:ext cx="2521775" cy="2521776"/>
          </a:xfrm>
          <a:prstGeom prst="rect">
            <a:avLst/>
          </a:prstGeom>
        </p:spPr>
      </p:pic>
      <p:pic>
        <p:nvPicPr>
          <p:cNvPr id="85" name="図 84">
            <a:extLst>
              <a:ext uri="{FF2B5EF4-FFF2-40B4-BE49-F238E27FC236}">
                <a16:creationId xmlns:a16="http://schemas.microsoft.com/office/drawing/2014/main" id="{FC137874-22A0-5CE2-B31B-0C8F994D9ED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76" b="73329"/>
          <a:stretch>
            <a:fillRect/>
          </a:stretch>
        </p:blipFill>
        <p:spPr>
          <a:xfrm flipH="1">
            <a:off x="2171444" y="4777957"/>
            <a:ext cx="1084689" cy="1022256"/>
          </a:xfrm>
          <a:prstGeom prst="rect">
            <a:avLst/>
          </a:prstGeom>
        </p:spPr>
      </p:pic>
      <p:pic>
        <p:nvPicPr>
          <p:cNvPr id="87" name="図 86">
            <a:extLst>
              <a:ext uri="{FF2B5EF4-FFF2-40B4-BE49-F238E27FC236}">
                <a16:creationId xmlns:a16="http://schemas.microsoft.com/office/drawing/2014/main" id="{768F25E5-A286-0F5A-2EFB-61F4A45BE64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84" b="51116"/>
          <a:stretch>
            <a:fillRect/>
          </a:stretch>
        </p:blipFill>
        <p:spPr>
          <a:xfrm rot="3584158">
            <a:off x="4046560" y="2142190"/>
            <a:ext cx="1218350" cy="1659523"/>
          </a:xfrm>
          <a:prstGeom prst="rect">
            <a:avLst/>
          </a:prstGeom>
        </p:spPr>
      </p:pic>
      <p:pic>
        <p:nvPicPr>
          <p:cNvPr id="89" name="図 88">
            <a:extLst>
              <a:ext uri="{FF2B5EF4-FFF2-40B4-BE49-F238E27FC236}">
                <a16:creationId xmlns:a16="http://schemas.microsoft.com/office/drawing/2014/main" id="{72C1FDCC-9BA5-1FD2-F364-B73CD37A034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5060" r="64244" b="52313"/>
          <a:stretch>
            <a:fillRect/>
          </a:stretch>
        </p:blipFill>
        <p:spPr>
          <a:xfrm>
            <a:off x="6003479" y="2242919"/>
            <a:ext cx="1160117" cy="1088995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217012F2-2BDB-81B8-6D7B-9BEE1BA1D69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46413" r="73548" b="4703"/>
          <a:stretch>
            <a:fillRect/>
          </a:stretch>
        </p:blipFill>
        <p:spPr>
          <a:xfrm>
            <a:off x="3256133" y="3948196"/>
            <a:ext cx="1107219" cy="1659523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A4BB70B7-B370-892C-09D5-18FC5E43A8D3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5" t="72213" r="29868" b="1551"/>
          <a:stretch>
            <a:fillRect/>
          </a:stretch>
        </p:blipFill>
        <p:spPr>
          <a:xfrm flipH="1">
            <a:off x="2260655" y="3584513"/>
            <a:ext cx="1184566" cy="785677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079FF349-B4F0-BC95-C49C-FA9698BFCA42}"/>
              </a:ext>
            </a:extLst>
          </p:cNvPr>
          <p:cNvSpPr/>
          <p:nvPr/>
        </p:nvSpPr>
        <p:spPr>
          <a:xfrm rot="21181824">
            <a:off x="7379328" y="2159900"/>
            <a:ext cx="890013" cy="890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0AE6867-47BD-FFA4-7EE0-405C0B1A1284}"/>
              </a:ext>
            </a:extLst>
          </p:cNvPr>
          <p:cNvGrpSpPr/>
          <p:nvPr/>
        </p:nvGrpSpPr>
        <p:grpSpPr>
          <a:xfrm rot="765235">
            <a:off x="541643" y="1343511"/>
            <a:ext cx="856317" cy="856317"/>
            <a:chOff x="1975681" y="3937390"/>
            <a:chExt cx="1007961" cy="100796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1656FEB-E9C7-A3C6-ABBF-F4049B770335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87C64E73-0D17-51BF-7F33-F3CA9925A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E1D78C7-6770-F765-9924-89536B947956}"/>
              </a:ext>
            </a:extLst>
          </p:cNvPr>
          <p:cNvSpPr/>
          <p:nvPr/>
        </p:nvSpPr>
        <p:spPr>
          <a:xfrm rot="765235">
            <a:off x="581386" y="4738737"/>
            <a:ext cx="776832" cy="776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75639F5-D07F-81ED-4C34-8EF8DD401553}"/>
              </a:ext>
            </a:extLst>
          </p:cNvPr>
          <p:cNvGrpSpPr/>
          <p:nvPr/>
        </p:nvGrpSpPr>
        <p:grpSpPr>
          <a:xfrm>
            <a:off x="10799110" y="1288599"/>
            <a:ext cx="833139" cy="833139"/>
            <a:chOff x="7462825" y="2159900"/>
            <a:chExt cx="890013" cy="890013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52173F5-AA26-A94A-5686-6D90879FDCCB}"/>
                </a:ext>
              </a:extLst>
            </p:cNvPr>
            <p:cNvSpPr/>
            <p:nvPr/>
          </p:nvSpPr>
          <p:spPr>
            <a:xfrm rot="21181824">
              <a:off x="7462825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86549901-09BA-FC6E-D4EB-ECC3B7140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857" y="2223240"/>
              <a:ext cx="770245" cy="770245"/>
            </a:xfrm>
            <a:prstGeom prst="rect">
              <a:avLst/>
            </a:prstGeom>
          </p:spPr>
        </p:pic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0B97E54-9C88-859E-CC38-A5E90B7F554F}"/>
              </a:ext>
            </a:extLst>
          </p:cNvPr>
          <p:cNvSpPr/>
          <p:nvPr/>
        </p:nvSpPr>
        <p:spPr>
          <a:xfrm rot="21181824">
            <a:off x="10799110" y="2940198"/>
            <a:ext cx="833139" cy="833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F1409C9-4264-02CE-07CC-065CAD1C46D7}"/>
              </a:ext>
            </a:extLst>
          </p:cNvPr>
          <p:cNvSpPr/>
          <p:nvPr/>
        </p:nvSpPr>
        <p:spPr>
          <a:xfrm rot="21181824">
            <a:off x="10803697" y="1292541"/>
            <a:ext cx="833139" cy="833139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6</a:t>
            </a:r>
            <a:r>
              <a:rPr kumimoji="1"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0s</a:t>
            </a:r>
            <a:endParaRPr kumimoji="1" lang="ja-JP" altLang="en-US">
              <a:latin typeface="07焔極太明朝" panose="02000600000000000000" pitchFamily="50" charset="-128"/>
              <a:ea typeface="07焔極太明朝" panose="020006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06DD4B5-608A-E13A-EB81-CEA519E0D6AA}"/>
              </a:ext>
            </a:extLst>
          </p:cNvPr>
          <p:cNvSpPr/>
          <p:nvPr/>
        </p:nvSpPr>
        <p:spPr>
          <a:xfrm rot="803638" flipH="1">
            <a:off x="581640" y="1389307"/>
            <a:ext cx="771016" cy="771016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10</a:t>
            </a:r>
            <a:r>
              <a:rPr kumimoji="1"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s</a:t>
            </a:r>
            <a:endParaRPr kumimoji="1" lang="ja-JP" altLang="en-US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87A6EC2-CE32-7E5D-EC42-A9B43462B041}"/>
              </a:ext>
            </a:extLst>
          </p:cNvPr>
          <p:cNvSpPr txBox="1"/>
          <p:nvPr/>
        </p:nvSpPr>
        <p:spPr>
          <a:xfrm rot="820248">
            <a:off x="2398108" y="3042021"/>
            <a:ext cx="647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Lv</a:t>
            </a:r>
            <a:r>
              <a:rPr kumimoji="1" lang="en-US" altLang="ja-JP" sz="20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5</a:t>
            </a:r>
            <a:endParaRPr kumimoji="1" lang="ja-JP" altLang="en-US" sz="20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20401D5-DAE1-7E42-AC9A-EAF7535201F4}"/>
              </a:ext>
            </a:extLst>
          </p:cNvPr>
          <p:cNvSpPr txBox="1"/>
          <p:nvPr/>
        </p:nvSpPr>
        <p:spPr>
          <a:xfrm rot="21164996" flipH="1">
            <a:off x="7641741" y="2990914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Lv</a:t>
            </a:r>
            <a:r>
              <a:rPr kumimoji="1" lang="en-US" altLang="ja-JP" sz="20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</a:t>
            </a:r>
            <a:endParaRPr kumimoji="1" lang="ja-JP" altLang="en-US" sz="20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5A2DCB12-976E-FCAB-222A-233B0F23EB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16" y="3019767"/>
            <a:ext cx="898665" cy="673999"/>
          </a:xfrm>
          <a:prstGeom prst="rect">
            <a:avLst/>
          </a:prstGeom>
        </p:spPr>
      </p:pic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59D32DC1-BA7A-0227-0982-D24921EB3CB4}"/>
              </a:ext>
            </a:extLst>
          </p:cNvPr>
          <p:cNvGrpSpPr/>
          <p:nvPr/>
        </p:nvGrpSpPr>
        <p:grpSpPr>
          <a:xfrm>
            <a:off x="10799110" y="4679387"/>
            <a:ext cx="833139" cy="833139"/>
            <a:chOff x="10799110" y="4679387"/>
            <a:chExt cx="833139" cy="833139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8EC473D-376E-6846-D735-91C6EDB3F083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AE60CAC3-53FF-2B68-A9AC-C97CCEB63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43BB7D1-1E8D-DC61-C1A9-1D3EEDEBD399}"/>
              </a:ext>
            </a:extLst>
          </p:cNvPr>
          <p:cNvSpPr/>
          <p:nvPr/>
        </p:nvSpPr>
        <p:spPr>
          <a:xfrm rot="21181824">
            <a:off x="7383832" y="2194449"/>
            <a:ext cx="351913" cy="890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9" name="図 98">
            <a:extLst>
              <a:ext uri="{FF2B5EF4-FFF2-40B4-BE49-F238E27FC236}">
                <a16:creationId xmlns:a16="http://schemas.microsoft.com/office/drawing/2014/main" id="{28345976-E9DB-3ED9-06AB-06EE8E9E1B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360" y="2223240"/>
            <a:ext cx="770245" cy="770245"/>
          </a:xfrm>
          <a:prstGeom prst="rect">
            <a:avLst/>
          </a:prstGeom>
        </p:spPr>
      </p:pic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70C4657F-46B3-8711-C17E-6E928573C2B7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95CA6C0A-5835-B7AA-A8D5-336528D26B3F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8EB45918-EB7F-4804-6C9F-A4DDDA7412F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79298654-19A6-D1A9-29C7-86F9A19D43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4E765FA4-6881-62D1-02EC-D171C6A0E783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86D9A68B-61F0-281F-1C46-5762E8BE6A45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C75E5E2F-25F7-C344-6B78-C782774FA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AF9F5C26-641C-781D-716D-F377904FE172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85538862-1E8C-780F-F770-D4A6CBF6C81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BA58BAC5-EF85-E83D-6C35-3E47F03B30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A98B38D6-6524-834D-7F6C-1398C8A434A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F861DC86-2F05-C4AC-0DFE-989579CC758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E049C02D-54F0-BFAD-1556-50F6D113281D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6882E3D2-6D7B-A3A5-E01C-8F7E914D3EF7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E7114965-48D0-0AB9-561D-B368AC264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1B2327ED-4143-B81E-6A22-980B37231D3C}"/>
              </a:ext>
            </a:extLst>
          </p:cNvPr>
          <p:cNvSpPr/>
          <p:nvPr/>
        </p:nvSpPr>
        <p:spPr>
          <a:xfrm>
            <a:off x="1971161" y="1894957"/>
            <a:ext cx="6610297" cy="4206569"/>
          </a:xfrm>
          <a:prstGeom prst="rect">
            <a:avLst/>
          </a:prstGeom>
          <a:noFill/>
          <a:ln w="25400">
            <a:solidFill>
              <a:schemeClr val="bg1">
                <a:lumMod val="95000"/>
              </a:schemeClr>
            </a:solidFill>
          </a:ln>
          <a:effectLst>
            <a:glow rad="63500">
              <a:schemeClr val="bg1">
                <a:lumMod val="9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2" name="図 71">
            <a:extLst>
              <a:ext uri="{FF2B5EF4-FFF2-40B4-BE49-F238E27FC236}">
                <a16:creationId xmlns:a16="http://schemas.microsoft.com/office/drawing/2014/main" id="{3186EBC9-F614-CCC8-4C03-59837517190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4D60F338-02FE-FEB8-9776-C2818695174E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29229D18-8927-0C6E-1781-D3245A16A1ED}"/>
              </a:ext>
            </a:extLst>
          </p:cNvPr>
          <p:cNvGrpSpPr/>
          <p:nvPr/>
        </p:nvGrpSpPr>
        <p:grpSpPr>
          <a:xfrm>
            <a:off x="540604" y="2929405"/>
            <a:ext cx="826175" cy="1106569"/>
            <a:chOff x="540604" y="2929405"/>
            <a:chExt cx="826175" cy="1106569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5A75DB60-C398-B93D-4B31-32A8DE6D31C7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6" name="図 85">
              <a:extLst>
                <a:ext uri="{FF2B5EF4-FFF2-40B4-BE49-F238E27FC236}">
                  <a16:creationId xmlns:a16="http://schemas.microsoft.com/office/drawing/2014/main" id="{C3831195-87F9-E0CA-F640-DEA273232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pic>
        <p:nvPicPr>
          <p:cNvPr id="90" name="図 89">
            <a:extLst>
              <a:ext uri="{FF2B5EF4-FFF2-40B4-BE49-F238E27FC236}">
                <a16:creationId xmlns:a16="http://schemas.microsoft.com/office/drawing/2014/main" id="{1681D7BD-956A-B38A-143B-02E7D837A289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6517">
            <a:off x="744895" y="4902609"/>
            <a:ext cx="486411" cy="486411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A59F9A25-C4BB-356E-239F-5594971F2DA3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06652" y="4106261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3D450078-C802-2420-757A-0EB450A75E0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E48CA69E-F332-ED6E-1034-19234B2C555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533F8406-7406-6ACD-6A8D-B6589CE960A3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4DD910BB-6AB5-8266-A75D-B6568AFE5DF5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812109" y="3844873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8BE1A22C-66DF-29EC-9C6C-0CB20EC4C1BD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64BD4BCA-83C4-400C-94A9-2B5DB31C7370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238DB54D-DEC8-7D7A-653D-4C96D6BC6E4F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DD08336B-64DD-9BA8-6858-029A2A717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620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BF023-1A61-0B9E-5678-47F2CC0D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24430A9-B5BC-0FA1-49D6-371E2973B500}"/>
              </a:ext>
            </a:extLst>
          </p:cNvPr>
          <p:cNvGrpSpPr/>
          <p:nvPr/>
        </p:nvGrpSpPr>
        <p:grpSpPr>
          <a:xfrm>
            <a:off x="3610649" y="1486484"/>
            <a:ext cx="4970703" cy="1219930"/>
            <a:chOff x="3820296" y="1411836"/>
            <a:chExt cx="4970703" cy="1219930"/>
          </a:xfrm>
        </p:grpSpPr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19A32BA-B884-4113-D3DD-CC975E182724}"/>
                </a:ext>
              </a:extLst>
            </p:cNvPr>
            <p:cNvSpPr/>
            <p:nvPr/>
          </p:nvSpPr>
          <p:spPr>
            <a:xfrm>
              <a:off x="3820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76D6CAA2-907E-AFA2-A486-B0F8278A3213}"/>
                </a:ext>
              </a:extLst>
            </p:cNvPr>
            <p:cNvSpPr/>
            <p:nvPr/>
          </p:nvSpPr>
          <p:spPr>
            <a:xfrm>
              <a:off x="5619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6E0B0F64-609A-A070-A427-D9C275F7E1BB}"/>
                </a:ext>
              </a:extLst>
            </p:cNvPr>
            <p:cNvSpPr/>
            <p:nvPr/>
          </p:nvSpPr>
          <p:spPr>
            <a:xfrm>
              <a:off x="7418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F44CE121-7A25-592D-1C49-EDC2BA23C245}"/>
              </a:ext>
            </a:extLst>
          </p:cNvPr>
          <p:cNvGrpSpPr/>
          <p:nvPr/>
        </p:nvGrpSpPr>
        <p:grpSpPr>
          <a:xfrm>
            <a:off x="5618930" y="1619379"/>
            <a:ext cx="954139" cy="954139"/>
            <a:chOff x="1975681" y="3937390"/>
            <a:chExt cx="1007961" cy="1007961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8131BF7E-0F44-0C67-F3C9-BA4193F31FEB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0ADDF482-725D-263E-F6ED-69E9B496E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9602D97-F53E-7390-530E-D3D4A0E8E728}"/>
              </a:ext>
            </a:extLst>
          </p:cNvPr>
          <p:cNvGrpSpPr/>
          <p:nvPr/>
        </p:nvGrpSpPr>
        <p:grpSpPr>
          <a:xfrm>
            <a:off x="3610649" y="4151586"/>
            <a:ext cx="4970703" cy="1219930"/>
            <a:chOff x="3820296" y="1411836"/>
            <a:chExt cx="4970703" cy="1219930"/>
          </a:xfrm>
        </p:grpSpPr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DBE6F4A4-C3C8-60D3-A5C4-CA078D11F43D}"/>
                </a:ext>
              </a:extLst>
            </p:cNvPr>
            <p:cNvSpPr/>
            <p:nvPr/>
          </p:nvSpPr>
          <p:spPr>
            <a:xfrm>
              <a:off x="3820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E2A467EB-1E7E-DD40-1FE8-E3CCB11942CB}"/>
                </a:ext>
              </a:extLst>
            </p:cNvPr>
            <p:cNvSpPr/>
            <p:nvPr/>
          </p:nvSpPr>
          <p:spPr>
            <a:xfrm>
              <a:off x="5619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B8F48326-3DDB-19F4-C271-55E50321999F}"/>
                </a:ext>
              </a:extLst>
            </p:cNvPr>
            <p:cNvSpPr/>
            <p:nvPr/>
          </p:nvSpPr>
          <p:spPr>
            <a:xfrm>
              <a:off x="7418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9" name="図 18" descr="割れ物注意ステッカーの無料イラスト｜イラストセンター">
            <a:extLst>
              <a:ext uri="{FF2B5EF4-FFF2-40B4-BE49-F238E27FC236}">
                <a16:creationId xmlns:a16="http://schemas.microsoft.com/office/drawing/2014/main" id="{5EA714FD-D714-E6E6-3DF8-E803BDA4C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1849" y="4292688"/>
            <a:ext cx="1250301" cy="93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9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C4C93-CF66-4AC7-40DF-B2171550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9DA327-1E74-1468-B035-437DD814CDEA}"/>
              </a:ext>
            </a:extLst>
          </p:cNvPr>
          <p:cNvSpPr txBox="1"/>
          <p:nvPr/>
        </p:nvSpPr>
        <p:spPr>
          <a:xfrm>
            <a:off x="4772561" y="2644170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ボツ</a:t>
            </a:r>
          </a:p>
        </p:txBody>
      </p:sp>
    </p:spTree>
    <p:extLst>
      <p:ext uri="{BB962C8B-B14F-4D97-AF65-F5344CB8AC3E}">
        <p14:creationId xmlns:p14="http://schemas.microsoft.com/office/powerpoint/2010/main" val="78173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885BD-906C-0973-432C-F3453C6A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D6F6764-3175-7320-277C-A34C0F3D9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3401000" y="2648751"/>
            <a:ext cx="5389999" cy="3920000"/>
          </a:xfrm>
          <a:prstGeom prst="rect">
            <a:avLst/>
          </a:prstGeom>
          <a:ln>
            <a:noFill/>
          </a:ln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ABF9AE61-B124-13F4-8E4E-06973ABFE051}"/>
              </a:ext>
            </a:extLst>
          </p:cNvPr>
          <p:cNvGrpSpPr/>
          <p:nvPr/>
        </p:nvGrpSpPr>
        <p:grpSpPr>
          <a:xfrm>
            <a:off x="-1835982" y="389059"/>
            <a:ext cx="14152692" cy="654264"/>
            <a:chOff x="-1835982" y="5716844"/>
            <a:chExt cx="14152692" cy="654264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551B0A5E-0D41-AE0A-599A-FA15F9880318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FFFA247E-06DB-7AD8-F6DE-CFF1B8BB7DE5}"/>
                  </a:ext>
                </a:extLst>
              </p:cNvPr>
              <p:cNvCxnSpPr>
                <a:cxnSpLocks/>
                <a:stCxn id="7" idx="6"/>
                <a:endCxn id="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2BC79A9D-9AAB-2DCE-0E8F-9056A340AB4A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2F796773-E480-0145-E959-524D81058CE4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7BBF7136-72E6-CC74-5901-88B28EEEFB65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2EA4B7BF-4B6F-C54C-CA0B-2CD646E4DBBD}"/>
                  </a:ext>
                </a:extLst>
              </p:cNvPr>
              <p:cNvCxnSpPr>
                <a:cxnSpLocks/>
                <a:stCxn id="11" idx="6"/>
                <a:endCxn id="1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1B0A4485-B8C9-3AA2-3E45-A977E23D3148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29548FD2-1D56-0831-E76F-0D6D49A05AE6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E04B8E42-A030-20CA-C88C-8E391F860A96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560DAE1C-E330-1FCC-B4F1-850BD30DA7C7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B8186304-24B4-0415-1B5D-7CAD7437B36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55794655-5854-7BE4-89DC-EDB3CEE1C91C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00204A55-3507-997B-4F53-A6F26921B0E4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55B0F452-BC6D-8879-8727-20E6FC5F1676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7501ADB5-48EC-37B2-24E4-D2166E5FD00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楕円 19">
                <a:extLst>
                  <a:ext uri="{FF2B5EF4-FFF2-40B4-BE49-F238E27FC236}">
                    <a16:creationId xmlns:a16="http://schemas.microsoft.com/office/drawing/2014/main" id="{36645885-4716-CA0C-53B7-9981D376C6CE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EE9362B8-B996-215E-1DD4-90EA0AA7E14A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2FB33AF3-2E94-6325-4BEB-8F800B3BB400}"/>
                  </a:ext>
                </a:extLst>
              </p:cNvPr>
              <p:cNvCxnSpPr>
                <a:cxnSpLocks/>
                <a:stCxn id="23" idx="6"/>
                <a:endCxn id="24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1F8AC3D7-ED94-9055-B9E4-AA5115B31335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42B9BE2B-650B-C110-B889-77ECFA2CFB01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7C93381C-AD61-D6CA-A8DD-E47A3321CCA9}"/>
                </a:ext>
              </a:extLst>
            </p:cNvPr>
            <p:cNvCxnSpPr>
              <a:cxnSpLocks/>
              <a:stCxn id="35" idx="6"/>
              <a:endCxn id="26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266E9C41-1302-EC0B-D4D8-94B42D1032B2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2FB12BD4-E917-591A-BA8E-C4BD0E63FA23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2068CB53-39A7-774E-2B11-E64FDA190465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C2574D3F-8001-85AE-D9F7-52BF469A0C9E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F6A42F51-8909-0F61-A014-A8BD9539C340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05256625-3C1E-2894-18B6-05860FED442A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DF9FFFEE-31B4-E446-FE28-23B776A2CC3B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48FCF37C-D2E1-A798-F49A-549AC2E8EDA0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8A006E19-1987-4D62-DD6A-E2AB0E262F2C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37B086BB-F1F1-EB64-F01E-CF27C3715617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6562F6EB-4BBE-F0A3-F06E-71AEFA998F79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B6757171-19D6-EB2D-E572-2496335FEAA9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B71273BE-C2BE-7565-A660-ADC87029F7D4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9B422B76-C6EA-D7D0-D994-4D8EA645874F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FB8BA77D-17CE-1A03-8196-72D6F64C2CC8}"/>
              </a:ext>
            </a:extLst>
          </p:cNvPr>
          <p:cNvGrpSpPr/>
          <p:nvPr/>
        </p:nvGrpSpPr>
        <p:grpSpPr>
          <a:xfrm>
            <a:off x="2747875" y="1411836"/>
            <a:ext cx="6696251" cy="1219930"/>
            <a:chOff x="3610649" y="1411836"/>
            <a:chExt cx="6696251" cy="1219930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8647E0DC-2671-1780-CF92-8BF2BD4A8024}"/>
                </a:ext>
              </a:extLst>
            </p:cNvPr>
            <p:cNvGrpSpPr/>
            <p:nvPr/>
          </p:nvGrpSpPr>
          <p:grpSpPr>
            <a:xfrm>
              <a:off x="3610649" y="1411836"/>
              <a:ext cx="4970703" cy="1219930"/>
              <a:chOff x="3820296" y="1411836"/>
              <a:chExt cx="4970703" cy="1219930"/>
            </a:xfrm>
          </p:grpSpPr>
          <p:sp>
            <p:nvSpPr>
              <p:cNvPr id="45" name="四角形: 角を丸くする 44">
                <a:extLst>
                  <a:ext uri="{FF2B5EF4-FFF2-40B4-BE49-F238E27FC236}">
                    <a16:creationId xmlns:a16="http://schemas.microsoft.com/office/drawing/2014/main" id="{6A178CAC-D09D-D089-04B6-27715D54E9E2}"/>
                  </a:ext>
                </a:extLst>
              </p:cNvPr>
              <p:cNvSpPr/>
              <p:nvPr/>
            </p:nvSpPr>
            <p:spPr>
              <a:xfrm>
                <a:off x="3820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四角形: 角を丸くする 50">
                <a:extLst>
                  <a:ext uri="{FF2B5EF4-FFF2-40B4-BE49-F238E27FC236}">
                    <a16:creationId xmlns:a16="http://schemas.microsoft.com/office/drawing/2014/main" id="{9EF292C1-3D38-F61A-891A-ECC2D61384D5}"/>
                  </a:ext>
                </a:extLst>
              </p:cNvPr>
              <p:cNvSpPr/>
              <p:nvPr/>
            </p:nvSpPr>
            <p:spPr>
              <a:xfrm>
                <a:off x="5619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四角形: 角を丸くする 52">
                <a:extLst>
                  <a:ext uri="{FF2B5EF4-FFF2-40B4-BE49-F238E27FC236}">
                    <a16:creationId xmlns:a16="http://schemas.microsoft.com/office/drawing/2014/main" id="{F0BC74FC-CB47-B3DB-58A2-92E626892906}"/>
                  </a:ext>
                </a:extLst>
              </p:cNvPr>
              <p:cNvSpPr/>
              <p:nvPr/>
            </p:nvSpPr>
            <p:spPr>
              <a:xfrm>
                <a:off x="7418296" y="1411836"/>
                <a:ext cx="1372703" cy="121993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6" name="四角形: 角を丸くする 55">
              <a:extLst>
                <a:ext uri="{FF2B5EF4-FFF2-40B4-BE49-F238E27FC236}">
                  <a16:creationId xmlns:a16="http://schemas.microsoft.com/office/drawing/2014/main" id="{BBC01B2E-48E1-CFA5-61A5-A49937FC7DDE}"/>
                </a:ext>
              </a:extLst>
            </p:cNvPr>
            <p:cNvSpPr/>
            <p:nvPr/>
          </p:nvSpPr>
          <p:spPr>
            <a:xfrm>
              <a:off x="8934197" y="1411836"/>
              <a:ext cx="1372703" cy="121993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ED8C9B6E-F012-51B5-7E07-CC7ADF456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72" t="33741" r="12865" b="28706"/>
            <a:stretch>
              <a:fillRect/>
            </a:stretch>
          </p:blipFill>
          <p:spPr>
            <a:xfrm>
              <a:off x="9130189" y="1486045"/>
              <a:ext cx="980717" cy="757494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D759CF8C-70A5-1DA9-79BB-33DAE8A567E9}"/>
                </a:ext>
              </a:extLst>
            </p:cNvPr>
            <p:cNvSpPr txBox="1"/>
            <p:nvPr/>
          </p:nvSpPr>
          <p:spPr>
            <a:xfrm flipH="1">
              <a:off x="9190602" y="2183010"/>
              <a:ext cx="877163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開ける</a:t>
              </a:r>
              <a:endParaRPr kumimoji="1" lang="ja-JP" altLang="en-US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4495FC6D-9A09-3A69-D23B-F94D6AC1C98C}"/>
              </a:ext>
            </a:extLst>
          </p:cNvPr>
          <p:cNvSpPr/>
          <p:nvPr/>
        </p:nvSpPr>
        <p:spPr>
          <a:xfrm>
            <a:off x="2321768" y="444373"/>
            <a:ext cx="7548465" cy="554003"/>
          </a:xfrm>
          <a:prstGeom prst="roundRect">
            <a:avLst>
              <a:gd name="adj" fmla="val 3655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F1B85D23-60EC-9229-C4E7-D5FC939DCD05}"/>
              </a:ext>
            </a:extLst>
          </p:cNvPr>
          <p:cNvSpPr/>
          <p:nvPr/>
        </p:nvSpPr>
        <p:spPr>
          <a:xfrm>
            <a:off x="2321767" y="444373"/>
            <a:ext cx="2800739" cy="554003"/>
          </a:xfrm>
          <a:prstGeom prst="roundRect">
            <a:avLst>
              <a:gd name="adj" fmla="val 36553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5CD1D9E3-53B5-DCE9-4F8B-04A206CD043A}"/>
              </a:ext>
            </a:extLst>
          </p:cNvPr>
          <p:cNvSpPr/>
          <p:nvPr/>
        </p:nvSpPr>
        <p:spPr>
          <a:xfrm>
            <a:off x="7069493" y="444372"/>
            <a:ext cx="2800739" cy="554003"/>
          </a:xfrm>
          <a:prstGeom prst="roundRect">
            <a:avLst>
              <a:gd name="adj" fmla="val 365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47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5C935-81C9-6DDD-66FD-3331DAE7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1E3DBBB-86AE-65BB-7393-474F1C690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3401000" y="2770054"/>
            <a:ext cx="5389999" cy="3920000"/>
          </a:xfrm>
          <a:prstGeom prst="rect">
            <a:avLst/>
          </a:prstGeom>
          <a:ln>
            <a:noFill/>
          </a:ln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25980211-74F1-741F-40E0-268625D60AFE}"/>
              </a:ext>
            </a:extLst>
          </p:cNvPr>
          <p:cNvGrpSpPr/>
          <p:nvPr/>
        </p:nvGrpSpPr>
        <p:grpSpPr>
          <a:xfrm>
            <a:off x="-1835982" y="370397"/>
            <a:ext cx="14152692" cy="654264"/>
            <a:chOff x="-1835982" y="5716844"/>
            <a:chExt cx="14152692" cy="654264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7FBB5D4D-7241-E70D-8D4E-163B903F1A77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8571EA41-FDA6-F21F-EBD0-670F6032D1A3}"/>
                  </a:ext>
                </a:extLst>
              </p:cNvPr>
              <p:cNvCxnSpPr>
                <a:cxnSpLocks/>
                <a:stCxn id="7" idx="6"/>
                <a:endCxn id="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061B14FA-1B33-FA16-7421-176A4131840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21CBD00E-2E51-1777-F225-57C06C6462D0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707482DA-0AF4-AF55-9533-26F417A79FFD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21790C7D-5054-5794-0D5C-2AE2606AA320}"/>
                  </a:ext>
                </a:extLst>
              </p:cNvPr>
              <p:cNvCxnSpPr>
                <a:cxnSpLocks/>
                <a:stCxn id="11" idx="6"/>
                <a:endCxn id="1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94C42429-DD65-FD1A-7804-72F9CF33A23B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8FB525B0-052A-7576-ED2C-30E0ED100DBA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ECE7AFAD-088C-40B3-3FC1-ABB1CAC588FF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36D56A00-736E-67BA-BF42-3E3375724073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AAC2E317-2350-E21A-640A-B5846420CAA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5D9C97D7-9C7B-C650-DC98-6C85025DBE8D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7D2CEF46-1E02-D8E8-95A0-1DDC1937F6CD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0E5946E8-09A6-C147-9B9A-9DE65F1DED8B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0875B8B4-C6B0-C826-37BB-341A6D5A94E2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楕円 19">
                <a:extLst>
                  <a:ext uri="{FF2B5EF4-FFF2-40B4-BE49-F238E27FC236}">
                    <a16:creationId xmlns:a16="http://schemas.microsoft.com/office/drawing/2014/main" id="{E57CF29B-573A-7D90-D05D-7E69AF090B94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AE10F601-037F-BC94-5667-E5096B3179EF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0DBA901E-0E77-4C30-1E2E-FE3C784774A7}"/>
                  </a:ext>
                </a:extLst>
              </p:cNvPr>
              <p:cNvCxnSpPr>
                <a:cxnSpLocks/>
                <a:stCxn id="23" idx="6"/>
                <a:endCxn id="24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DD02E4FF-307C-9B4B-81E0-BD727EF0745A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F9B7061A-E79F-C20F-EFE7-5B179F0B8CA0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F4147B5B-989F-A1BA-143C-E407AE8B17DE}"/>
                </a:ext>
              </a:extLst>
            </p:cNvPr>
            <p:cNvCxnSpPr>
              <a:cxnSpLocks/>
              <a:stCxn id="35" idx="6"/>
              <a:endCxn id="26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D0D9F859-9FB4-1169-BBB5-654E8D11CC0F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271920D7-1663-8260-0BC8-BB854F3257D9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D8B1BC6-B3EC-62D9-3FB9-7F753A159AB8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29CD00EC-D6E2-4222-35FB-531415B049B8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9367362B-F867-7F79-BA59-3C19541832D8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940ED59D-D473-AC5B-BC25-CF5347135031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1F917269-5916-507A-8A1B-4B179B1553E8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8624C65A-77C4-F205-4527-EA7C77A20E90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EBF06B8A-0E13-E0BF-5E65-D797F5650B1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1BEF239E-3E44-7391-3CD9-3ADA7A7338CF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6B77322-64E6-E56F-22F1-BDA61A12B363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25C2686-0353-163E-3F09-C4BC3534F049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EAF781E-B0EF-CA8B-A332-570E67DC373F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14B9E32-1887-7721-5A5B-68A6A2EEB37F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8849D03-33B6-7B9F-AD39-33E5BFA29E3A}"/>
              </a:ext>
            </a:extLst>
          </p:cNvPr>
          <p:cNvGrpSpPr/>
          <p:nvPr/>
        </p:nvGrpSpPr>
        <p:grpSpPr>
          <a:xfrm>
            <a:off x="2747875" y="1486484"/>
            <a:ext cx="6696251" cy="1219930"/>
            <a:chOff x="3610649" y="1411836"/>
            <a:chExt cx="6696251" cy="1219930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AEFA0A29-F6D0-3858-F1FB-05759C09D15B}"/>
                </a:ext>
              </a:extLst>
            </p:cNvPr>
            <p:cNvGrpSpPr/>
            <p:nvPr/>
          </p:nvGrpSpPr>
          <p:grpSpPr>
            <a:xfrm>
              <a:off x="3610649" y="1411836"/>
              <a:ext cx="4970703" cy="1219930"/>
              <a:chOff x="3820296" y="1411836"/>
              <a:chExt cx="4970703" cy="1219930"/>
            </a:xfrm>
          </p:grpSpPr>
          <p:sp>
            <p:nvSpPr>
              <p:cNvPr id="45" name="四角形: 角を丸くする 44">
                <a:extLst>
                  <a:ext uri="{FF2B5EF4-FFF2-40B4-BE49-F238E27FC236}">
                    <a16:creationId xmlns:a16="http://schemas.microsoft.com/office/drawing/2014/main" id="{19CA4F27-312E-C39D-C03E-3454C0991792}"/>
                  </a:ext>
                </a:extLst>
              </p:cNvPr>
              <p:cNvSpPr/>
              <p:nvPr/>
            </p:nvSpPr>
            <p:spPr>
              <a:xfrm>
                <a:off x="3820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四角形: 角を丸くする 50">
                <a:extLst>
                  <a:ext uri="{FF2B5EF4-FFF2-40B4-BE49-F238E27FC236}">
                    <a16:creationId xmlns:a16="http://schemas.microsoft.com/office/drawing/2014/main" id="{63E5C2B6-B986-5AD0-18C9-EBDC7BC63CD9}"/>
                  </a:ext>
                </a:extLst>
              </p:cNvPr>
              <p:cNvSpPr/>
              <p:nvPr/>
            </p:nvSpPr>
            <p:spPr>
              <a:xfrm>
                <a:off x="5619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四角形: 角を丸くする 52">
                <a:extLst>
                  <a:ext uri="{FF2B5EF4-FFF2-40B4-BE49-F238E27FC236}">
                    <a16:creationId xmlns:a16="http://schemas.microsoft.com/office/drawing/2014/main" id="{BB860245-F4AF-066C-4B03-A5B3EA31921F}"/>
                  </a:ext>
                </a:extLst>
              </p:cNvPr>
              <p:cNvSpPr/>
              <p:nvPr/>
            </p:nvSpPr>
            <p:spPr>
              <a:xfrm>
                <a:off x="7418296" y="1411836"/>
                <a:ext cx="1372703" cy="121993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6" name="四角形: 角を丸くする 55">
              <a:extLst>
                <a:ext uri="{FF2B5EF4-FFF2-40B4-BE49-F238E27FC236}">
                  <a16:creationId xmlns:a16="http://schemas.microsoft.com/office/drawing/2014/main" id="{14F32E26-3C5B-0F4A-0290-792BB24CF78F}"/>
                </a:ext>
              </a:extLst>
            </p:cNvPr>
            <p:cNvSpPr/>
            <p:nvPr/>
          </p:nvSpPr>
          <p:spPr>
            <a:xfrm>
              <a:off x="8934197" y="1411836"/>
              <a:ext cx="1372703" cy="121993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C5AA73C9-B074-D305-FC24-6B1574A9B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72" t="33741" r="12865" b="28706"/>
            <a:stretch>
              <a:fillRect/>
            </a:stretch>
          </p:blipFill>
          <p:spPr>
            <a:xfrm>
              <a:off x="9130189" y="1486045"/>
              <a:ext cx="980717" cy="757494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D05FC1B-73C4-D581-E9D0-9A316A1BB47F}"/>
                </a:ext>
              </a:extLst>
            </p:cNvPr>
            <p:cNvSpPr txBox="1"/>
            <p:nvPr/>
          </p:nvSpPr>
          <p:spPr>
            <a:xfrm flipH="1">
              <a:off x="9190602" y="2183010"/>
              <a:ext cx="877163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開ける</a:t>
              </a:r>
              <a:endParaRPr kumimoji="1" lang="ja-JP" altLang="en-US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29200CC9-61EB-CDD6-8E6E-FEB47D84E8B2}"/>
              </a:ext>
            </a:extLst>
          </p:cNvPr>
          <p:cNvGrpSpPr/>
          <p:nvPr/>
        </p:nvGrpSpPr>
        <p:grpSpPr>
          <a:xfrm>
            <a:off x="4737534" y="1619029"/>
            <a:ext cx="954139" cy="954139"/>
            <a:chOff x="1975681" y="3937390"/>
            <a:chExt cx="1007961" cy="10079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DB755D4-F213-D920-533D-F182BA57FCBB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851C111E-AEBB-565D-77DA-9F3ECAD00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8229E860-A8A4-C136-2A03-E9CD1E8B8293}"/>
              </a:ext>
            </a:extLst>
          </p:cNvPr>
          <p:cNvSpPr/>
          <p:nvPr/>
        </p:nvSpPr>
        <p:spPr>
          <a:xfrm>
            <a:off x="9737051" y="3428999"/>
            <a:ext cx="1372703" cy="913381"/>
          </a:xfrm>
          <a:prstGeom prst="roundRect">
            <a:avLst>
              <a:gd name="adj" fmla="val 36553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90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D4FC9-7614-E309-D325-8AB94E3F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4DE7796-7046-259E-F43D-86B5734EF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4735277" y="1846318"/>
            <a:ext cx="2721445" cy="1979233"/>
          </a:xfrm>
          <a:prstGeom prst="rect">
            <a:avLst/>
          </a:prstGeom>
          <a:ln>
            <a:noFill/>
          </a:ln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88A1E53-C1FB-B0F0-3546-2B1580C04BFE}"/>
              </a:ext>
            </a:extLst>
          </p:cNvPr>
          <p:cNvGrpSpPr/>
          <p:nvPr/>
        </p:nvGrpSpPr>
        <p:grpSpPr>
          <a:xfrm>
            <a:off x="-1835982" y="510362"/>
            <a:ext cx="14152692" cy="654264"/>
            <a:chOff x="-1835982" y="5716844"/>
            <a:chExt cx="14152692" cy="654264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FEFC4550-ED3E-4C45-FACC-44B2822069CE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E17EF46C-DD68-FED6-D72F-7F06A064021C}"/>
                  </a:ext>
                </a:extLst>
              </p:cNvPr>
              <p:cNvCxnSpPr>
                <a:cxnSpLocks/>
                <a:stCxn id="40" idx="6"/>
                <a:endCxn id="41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8EBCF136-7E09-E064-5D89-54CC4B40C38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楕円 40">
                <a:extLst>
                  <a:ext uri="{FF2B5EF4-FFF2-40B4-BE49-F238E27FC236}">
                    <a16:creationId xmlns:a16="http://schemas.microsoft.com/office/drawing/2014/main" id="{2F461191-1301-0AD9-29F9-0D8EDADDA82E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F4DD71A8-6669-3AD1-76E7-9F74B553A0A8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49088D5C-FFE9-71F4-E27A-82D6FB4DEE63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936753B4-057D-5A0B-4FB9-AFCC1778A65D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楕円 37">
                <a:extLst>
                  <a:ext uri="{FF2B5EF4-FFF2-40B4-BE49-F238E27FC236}">
                    <a16:creationId xmlns:a16="http://schemas.microsoft.com/office/drawing/2014/main" id="{45EF3EFA-FD22-DB8D-57B3-A3E1553FED72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EED605A3-918C-9E17-5BF1-0DF6F3F70B0B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631D7DC9-A43D-F6D0-5CEA-B2E32DB70FF5}"/>
                  </a:ext>
                </a:extLst>
              </p:cNvPr>
              <p:cNvCxnSpPr>
                <a:cxnSpLocks/>
                <a:stCxn id="34" idx="6"/>
                <a:endCxn id="35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楕円 33">
                <a:extLst>
                  <a:ext uri="{FF2B5EF4-FFF2-40B4-BE49-F238E27FC236}">
                    <a16:creationId xmlns:a16="http://schemas.microsoft.com/office/drawing/2014/main" id="{9F2AC841-5090-3045-50CD-BF80B150CE76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112B14BB-42DA-E054-1902-541537549F6B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5485BFC2-5525-2654-C98F-8AFF7D390A53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0E4933C3-78EE-739F-5626-E4A7D17CB742}"/>
                  </a:ext>
                </a:extLst>
              </p:cNvPr>
              <p:cNvCxnSpPr>
                <a:cxnSpLocks/>
                <a:stCxn id="31" idx="6"/>
                <a:endCxn id="3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楕円 30">
                <a:extLst>
                  <a:ext uri="{FF2B5EF4-FFF2-40B4-BE49-F238E27FC236}">
                    <a16:creationId xmlns:a16="http://schemas.microsoft.com/office/drawing/2014/main" id="{10BE6AA3-FFEE-2CC6-43C8-A62BA3E83141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F4901ACB-F55E-6C65-7468-0C929D2C5D9E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39362DD8-A27B-7232-4F1C-9FC8D677FF8B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8487E0E0-66C3-109B-A21C-A826FB8D702F}"/>
                  </a:ext>
                </a:extLst>
              </p:cNvPr>
              <p:cNvCxnSpPr>
                <a:cxnSpLocks/>
                <a:stCxn id="28" idx="6"/>
                <a:endCxn id="29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F6348D13-F401-DC37-8267-128C3A81279C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265081FF-D7BD-74BE-D2EF-931A8BA016E4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DF93071-A3F0-E4BC-DA80-6997E542083F}"/>
                </a:ext>
              </a:extLst>
            </p:cNvPr>
            <p:cNvCxnSpPr>
              <a:cxnSpLocks/>
              <a:stCxn id="22" idx="6"/>
              <a:endCxn id="13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2BB3E07-B611-5015-E8A7-A2899BE5F540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FD62347-F6D8-5B78-C724-DF4C498749FD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483ABE69-61C8-0F2B-FC38-505A71D550DA}"/>
                  </a:ext>
                </a:extLst>
              </p:cNvPr>
              <p:cNvCxnSpPr>
                <a:cxnSpLocks/>
                <a:stCxn id="25" idx="6"/>
                <a:endCxn id="2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4B5A6D18-4F36-7BD7-0A27-AAE36AF2686D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FC780E62-F54C-AA21-0475-DA567080FB7C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3A6B4B2-401F-AD71-8990-43C18B84F3B3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F8154E7-3B05-74DA-DDD7-126F2BB85049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1987C91F-DF9A-C0DC-5290-2D001DFCA661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715DBB46-E0E7-B93C-7FCC-608ADA3693D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B29A7F27-35A5-55D1-B4AD-7CC4F5BE87FF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56B62EE-FF13-6637-314B-3B1BD30BCC90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4AC6B45-453E-DA64-A7BD-274090AAEFBD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B3E6FE99-4F07-F74F-24A9-7C1700F52D12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85705418-5DF4-80DA-5797-A3F437E57B71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pic>
        <p:nvPicPr>
          <p:cNvPr id="42" name="図 41">
            <a:extLst>
              <a:ext uri="{FF2B5EF4-FFF2-40B4-BE49-F238E27FC236}">
                <a16:creationId xmlns:a16="http://schemas.microsoft.com/office/drawing/2014/main" id="{89B181D7-B888-B106-0510-F25769B9B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2101855" y="3668897"/>
            <a:ext cx="2721445" cy="1979233"/>
          </a:xfrm>
          <a:prstGeom prst="rect">
            <a:avLst/>
          </a:prstGeom>
          <a:ln>
            <a:noFill/>
          </a:ln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AD3F547B-F117-5420-8935-84996007D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7368702" y="3270379"/>
            <a:ext cx="2721445" cy="1979233"/>
          </a:xfrm>
          <a:prstGeom prst="rect">
            <a:avLst/>
          </a:prstGeom>
          <a:ln>
            <a:noFill/>
          </a:ln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84939C96-35DC-0C6B-73AD-DAC684B9D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94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B1F08-1518-B74B-1675-BE8C186D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B57E957-185B-1C6A-E0C5-EA85D31C4E9E}"/>
              </a:ext>
            </a:extLst>
          </p:cNvPr>
          <p:cNvGrpSpPr/>
          <p:nvPr/>
        </p:nvGrpSpPr>
        <p:grpSpPr>
          <a:xfrm>
            <a:off x="-1835982" y="510362"/>
            <a:ext cx="14152692" cy="654264"/>
            <a:chOff x="-1835982" y="5716844"/>
            <a:chExt cx="14152692" cy="654264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83B8EE5F-D1D3-B6C8-B89A-A6446F670838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68E8FDFD-39EF-DFA6-8FCD-E4D9747D1F99}"/>
                  </a:ext>
                </a:extLst>
              </p:cNvPr>
              <p:cNvCxnSpPr>
                <a:cxnSpLocks/>
                <a:stCxn id="40" idx="6"/>
                <a:endCxn id="41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684069D8-5400-A2CA-FE8B-582445C4396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楕円 40">
                <a:extLst>
                  <a:ext uri="{FF2B5EF4-FFF2-40B4-BE49-F238E27FC236}">
                    <a16:creationId xmlns:a16="http://schemas.microsoft.com/office/drawing/2014/main" id="{C77F8DBF-E4C5-1030-9661-35DC18A56B02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786E8551-0748-0084-54E4-909CC3CF85B4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8136FC76-E155-1799-55C8-01B4BDAC11A4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C71ED055-8DF4-76B9-19A7-B190F7100F8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楕円 37">
                <a:extLst>
                  <a:ext uri="{FF2B5EF4-FFF2-40B4-BE49-F238E27FC236}">
                    <a16:creationId xmlns:a16="http://schemas.microsoft.com/office/drawing/2014/main" id="{36908280-3FBB-CEE2-9454-A65B6D06358B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B8DE4190-0FA7-64AA-887A-2F4F81AD1770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30EDA98B-21F5-2D4C-BC1B-0BC79C85D961}"/>
                  </a:ext>
                </a:extLst>
              </p:cNvPr>
              <p:cNvCxnSpPr>
                <a:cxnSpLocks/>
                <a:stCxn id="34" idx="6"/>
                <a:endCxn id="35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楕円 33">
                <a:extLst>
                  <a:ext uri="{FF2B5EF4-FFF2-40B4-BE49-F238E27FC236}">
                    <a16:creationId xmlns:a16="http://schemas.microsoft.com/office/drawing/2014/main" id="{CB867CC5-6C85-ECB4-65EB-52902B1D7067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D2232928-3A35-68BF-2868-79A03C5E84B6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9FBA63A9-0065-4DAD-7A40-440BB47493D9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28458D13-2233-A3AD-B8FE-D2D4A609E79F}"/>
                  </a:ext>
                </a:extLst>
              </p:cNvPr>
              <p:cNvCxnSpPr>
                <a:cxnSpLocks/>
                <a:stCxn id="31" idx="6"/>
                <a:endCxn id="3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楕円 30">
                <a:extLst>
                  <a:ext uri="{FF2B5EF4-FFF2-40B4-BE49-F238E27FC236}">
                    <a16:creationId xmlns:a16="http://schemas.microsoft.com/office/drawing/2014/main" id="{F3259DF3-40A3-4E1F-A8B6-2B8F16F5242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4DC4D633-B3C7-7FD9-A8BC-08D89B10C201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5F4AAF66-9EB3-2F1F-A8C7-18E0A894FDF4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6E8ED05E-0CEE-90E9-8FE8-0E5A7C59F641}"/>
                  </a:ext>
                </a:extLst>
              </p:cNvPr>
              <p:cNvCxnSpPr>
                <a:cxnSpLocks/>
                <a:stCxn id="28" idx="6"/>
                <a:endCxn id="29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116A4576-7DED-4FB7-59A5-9DC6F468FD90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5DF6E8DF-0D93-A358-BAA8-FF64F91C9579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7A86D278-1317-7EDA-44EC-C30872864199}"/>
                </a:ext>
              </a:extLst>
            </p:cNvPr>
            <p:cNvCxnSpPr>
              <a:cxnSpLocks/>
              <a:stCxn id="22" idx="6"/>
              <a:endCxn id="13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DF50C3C-834B-D912-542E-358AC6425EB1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1F7434D-88CC-551C-5194-15DFF0C306AD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65AEE7D8-BC13-FFDE-D9A0-3492BA21F062}"/>
                  </a:ext>
                </a:extLst>
              </p:cNvPr>
              <p:cNvCxnSpPr>
                <a:cxnSpLocks/>
                <a:stCxn id="25" idx="6"/>
                <a:endCxn id="2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0FAD7096-834C-F867-4B1C-E7DD178AE28E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B5B395C5-F9D2-CDAD-DED1-6E827AAE078C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63C1100-7B2E-20B3-27CB-A15A4B393EFD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0C67108A-D928-2A5F-9E98-8AA3138231BD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02C84594-295C-B8A5-6075-2C7405FCDEFD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339B00EC-CA74-5C55-2F46-5590F61ED2F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ABC16A36-58AA-FE03-64A8-DCE8BD34BB3B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7E7513F-AB1B-A5EC-56EF-52387AB63451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B44B067-CCD0-53FD-DD8F-D2807BA14C01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3969E56-E6F1-F67A-A692-8716560417D2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2D4805C-02A4-CEA1-0E43-E73497BCDBB6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BA95BE05-EF29-5D30-D9B1-8897AB528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7" t="33877" r="50000" b="28571"/>
          <a:stretch>
            <a:fillRect/>
          </a:stretch>
        </p:blipFill>
        <p:spPr>
          <a:xfrm>
            <a:off x="1804739" y="3608487"/>
            <a:ext cx="3334139" cy="2575249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D5B63A3C-4820-DAEC-B4A3-DCB2C0797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7" t="33877" r="50000" b="28571"/>
          <a:stretch>
            <a:fillRect/>
          </a:stretch>
        </p:blipFill>
        <p:spPr>
          <a:xfrm>
            <a:off x="4428930" y="1596003"/>
            <a:ext cx="3334139" cy="25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04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D4517-7C97-6B4B-E738-2EA59C57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9DA34D-9997-95C8-CE3C-1CC469DC8ABD}"/>
              </a:ext>
            </a:extLst>
          </p:cNvPr>
          <p:cNvSpPr txBox="1"/>
          <p:nvPr/>
        </p:nvSpPr>
        <p:spPr>
          <a:xfrm>
            <a:off x="463689" y="1905506"/>
            <a:ext cx="1126462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ハコにものを詰めて</a:t>
            </a:r>
            <a:br>
              <a:rPr kumimoji="1"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観察</a:t>
            </a: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するゲーム</a:t>
            </a:r>
          </a:p>
        </p:txBody>
      </p:sp>
    </p:spTree>
    <p:extLst>
      <p:ext uri="{BB962C8B-B14F-4D97-AF65-F5344CB8AC3E}">
        <p14:creationId xmlns:p14="http://schemas.microsoft.com/office/powerpoint/2010/main" val="350609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00000"/>
      </a:accent1>
      <a:accent2>
        <a:srgbClr val="FFC000"/>
      </a:accent2>
      <a:accent3>
        <a:srgbClr val="00B050"/>
      </a:accent3>
      <a:accent4>
        <a:srgbClr val="00B0F0"/>
      </a:accent4>
      <a:accent5>
        <a:srgbClr val="0070C0"/>
      </a:accent5>
      <a:accent6>
        <a:srgbClr val="7030A0"/>
      </a:accent6>
      <a:hlink>
        <a:srgbClr val="92D050"/>
      </a:hlink>
      <a:folHlink>
        <a:srgbClr val="00206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72</Words>
  <Application>Microsoft Office PowerPoint</Application>
  <PresentationFormat>ワイド画面</PresentationFormat>
  <Paragraphs>44</Paragraphs>
  <Slides>12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07焔極太明朝</vt:lpstr>
      <vt:lpstr>クラフト明朝</vt:lpstr>
      <vt:lpstr>原稿用標準書体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 player</dc:creator>
  <cp:lastModifiedBy>13 player</cp:lastModifiedBy>
  <cp:revision>3</cp:revision>
  <dcterms:created xsi:type="dcterms:W3CDTF">2026-10-13T13:33:28Z</dcterms:created>
  <dcterms:modified xsi:type="dcterms:W3CDTF">2026-10-13T18:56:28Z</dcterms:modified>
</cp:coreProperties>
</file>